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48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948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–NA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six </a:t>
            </a:r>
            <a:r>
              <a:rPr lang="en-US" b="1" i="0" u="none" strike="noStrike" cap="none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(7-8).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7496</TotalTime>
  <Words>332</Words>
  <Application>Microsoft Office PowerPoint</Application>
  <PresentationFormat>Widescreen</PresentationFormat>
  <Paragraphs>61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kvmetre03@outlook.com</cp:lastModifiedBy>
  <cp:revision>150</cp:revision>
  <dcterms:created xsi:type="dcterms:W3CDTF">2013-12-12T18:46:50Z</dcterms:created>
  <dcterms:modified xsi:type="dcterms:W3CDTF">2026-08-13T08:55:40Z</dcterms:modified>
  <cp:category/>
</cp:coreProperties>
</file>